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Od teksta do klasifikatora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Klasifikacija lažnih vesti na osnovu teksta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Curenje informacija: kategorija odaje odgovor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Curenje informacija: tekst odaje izvor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Tri koraka pre treniranja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Isti članak u tri oblika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Kako tekst pretvaramo u brojeve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Tri porodice modela, tri vrste ulaza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Četiri algoritma nad TF-IDF vektorima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CNN, BiLSTM i hibrid: ista osnova, različita sredina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DistilBERT i MiniLM: šta su i šta smo menjali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Svih trinaest modela na istom test skupu od 9 629 članaka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Tačnost i složenost modela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Preciznost i odziv po modelu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Kako je koji model treniran i proveren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Preprilagođavanje i generalizacija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Zaključci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x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x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x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x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x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x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x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x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x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x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x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x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x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x_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x_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x_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x_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