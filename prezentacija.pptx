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 teksta do klasifikatora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Klasifikacija lažnih vesti na osnovu teksta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Curenje informacija: kategorija odaje odgovor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Curenje informacija: tekst odaje izvor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 koraka pre treniranja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Isti članak u tri oblika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Kako tekst pretvaramo u brojeve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 porodice modela, tri vrste ulaza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Četiri algoritma nad TF-IDF vektorima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CNN, BiLSTM i njihov hibrid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Dotreniranje naspram zamrznutih embedinga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Metrike evaluacije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Svih trinaest modela na istom test skupu od 9 629 članaka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Tačnost i složenost modela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Preciznost i odziv po modelu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Preprilagođavanje i generalizacija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Zaključci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x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