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Isti članak u tri oblika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Metrike evaluacije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hibrid: ista osnova, različita sredina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DistilBERT i MiniLM: šta su i šta smo menjali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